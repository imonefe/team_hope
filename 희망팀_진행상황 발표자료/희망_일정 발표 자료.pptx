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</p:sldIdLst>
  <p:sldSz cx="24384000" cy="13716000"/>
  <p:notesSz cx="6858000" cy="9144000"/>
  <p:embeddedFontLst>
    <p:embeddedFont>
      <p:font typeface="Noto Sans CJK KR Bold" panose="020B0600000101010101" charset="-127"/>
      <p:bold r:id="rId11"/>
    </p:embeddedFont>
    <p:embeddedFont>
      <p:font typeface="Noto Sans CJK KR Medium" panose="020B0600000101010101" charset="-127"/>
      <p:bold r:id="rId12"/>
    </p:embeddedFont>
    <p:embeddedFont>
      <p:font typeface="Noto Sans CJK KR Regular" panose="020B0600000101010101" charset="-127"/>
      <p:regular r:id="rId13"/>
    </p:embeddedFont>
    <p:embeddedFont>
      <p:font typeface="G마켓 산스 TTF Bold" panose="02000000000000000000" pitchFamily="2" charset="-127"/>
      <p:bold r:id="rId14"/>
    </p:embeddedFont>
    <p:embeddedFont>
      <p:font typeface="SB 어그로 Bold" panose="02020603020101020101" pitchFamily="18" charset="-127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252200" y="-2070100"/>
            <a:ext cx="17780000" cy="17767300"/>
          </a:xfrm>
          <a:prstGeom prst="rect">
            <a:avLst/>
          </a:prstGeom>
          <a:effectLst>
            <a:outerShdw blurRad="888365" dist="683358" dir="270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2700" y="-12700"/>
            <a:ext cx="29146500" cy="29146500"/>
          </a:xfrm>
          <a:prstGeom prst="rect">
            <a:avLst/>
          </a:prstGeom>
          <a:effectLst>
            <a:outerShdw blurRad="1457325" dist="1121019" dir="18900000">
              <a:srgbClr val="000000">
                <a:alpha val="5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2700" y="-12700"/>
            <a:ext cx="27114500" cy="27114500"/>
          </a:xfrm>
          <a:prstGeom prst="rect">
            <a:avLst/>
          </a:prstGeom>
          <a:effectLst>
            <a:outerShdw blurRad="1355725" dist="1042865" dir="18900000">
              <a:srgbClr val="000000">
                <a:alpha val="50000"/>
              </a:srgbClr>
            </a:outerShdw>
          </a:effectLst>
        </p:spPr>
      </p:pic>
      <p:sp>
        <p:nvSpPr>
          <p:cNvPr id="6" name="TextBox 6"/>
          <p:cNvSpPr txBox="1"/>
          <p:nvPr/>
        </p:nvSpPr>
        <p:spPr>
          <a:xfrm>
            <a:off x="1041400" y="11391900"/>
            <a:ext cx="35179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9400"/>
              </a:lnSpc>
            </a:pPr>
            <a:r>
              <a:rPr lang="ko-KR" altLang="en-US" sz="2133" b="0" i="0" u="none" strike="noStrike" dirty="0">
                <a:solidFill>
                  <a:srgbClr val="EEEEEE"/>
                </a:solidFill>
                <a:latin typeface="Noto Sans CJK KR Regular"/>
                <a:ea typeface="Noto Sans CJK KR Regular"/>
                <a:cs typeface="Noto Sans CJK KR Regular"/>
              </a:rPr>
              <a:t>팀원</a:t>
            </a:r>
            <a:endParaRPr lang="en-US" altLang="ko-KR" sz="2133" b="0" i="0" u="none" strike="noStrike" dirty="0">
              <a:solidFill>
                <a:srgbClr val="EEEEEE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149400"/>
              </a:lnSpc>
            </a:pPr>
            <a:r>
              <a:rPr lang="en-US" sz="2133" b="0" i="0" u="none" strike="noStrike" dirty="0">
                <a:solidFill>
                  <a:srgbClr val="EEEEEE"/>
                </a:solidFill>
                <a:latin typeface="Noto Sans CJK KR Regular"/>
                <a:ea typeface="Noto Sans CJK KR Regular"/>
                <a:cs typeface="Noto Sans CJK KR Regular"/>
              </a:rPr>
              <a:t>		</a:t>
            </a:r>
            <a:r>
              <a:rPr lang="ko-KR" altLang="en-US" sz="2133" b="0" i="0" u="none" strike="noStrike" dirty="0">
                <a:solidFill>
                  <a:srgbClr val="EEEEEE"/>
                </a:solidFill>
                <a:latin typeface="Noto Sans CJK KR Regular"/>
                <a:ea typeface="Noto Sans CJK KR Regular"/>
                <a:cs typeface="Noto Sans CJK KR Regular"/>
              </a:rPr>
              <a:t>양형석</a:t>
            </a:r>
            <a:endParaRPr lang="en-US" altLang="ko-KR" sz="2133" dirty="0">
              <a:solidFill>
                <a:srgbClr val="EEEEEE"/>
              </a:solidFill>
              <a:latin typeface="Noto Sans CJK KR Regular"/>
              <a:ea typeface="Noto Sans CJK KR Regular"/>
              <a:cs typeface="Noto Sans CJK KR Regular"/>
            </a:endParaRPr>
          </a:p>
          <a:p>
            <a:pPr lvl="0" algn="l">
              <a:lnSpc>
                <a:spcPct val="149400"/>
              </a:lnSpc>
            </a:pPr>
            <a:r>
              <a:rPr lang="en-US" sz="2133" b="0" i="0" u="none" strike="noStrike" dirty="0">
                <a:solidFill>
                  <a:srgbClr val="EEEEEE"/>
                </a:solidFill>
                <a:latin typeface="Noto Sans CJK KR Regular"/>
                <a:ea typeface="Noto Sans CJK KR Regular"/>
                <a:cs typeface="Noto Sans CJK KR Regular"/>
              </a:rPr>
              <a:t>		</a:t>
            </a:r>
            <a:r>
              <a:rPr lang="ko-KR" altLang="en-US" sz="2133" b="0" i="0" u="none" strike="noStrike" dirty="0">
                <a:solidFill>
                  <a:srgbClr val="EEEEEE"/>
                </a:solidFill>
                <a:latin typeface="Noto Sans CJK KR Regular"/>
                <a:ea typeface="Noto Sans CJK KR Regular"/>
                <a:cs typeface="Noto Sans CJK KR Regular"/>
              </a:rPr>
              <a:t>정지원</a:t>
            </a:r>
            <a:endParaRPr lang="en-US" sz="2133" b="0" i="0" u="none" strike="noStrike" dirty="0">
              <a:solidFill>
                <a:srgbClr val="EEEEEE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048000" y="10477500"/>
            <a:ext cx="3924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9400"/>
              </a:lnSpc>
            </a:pPr>
            <a:r>
              <a:rPr lang="ko-KR" altLang="en-US" sz="2400" b="0" i="0" u="none" strike="noStrike" dirty="0" err="1">
                <a:solidFill>
                  <a:srgbClr val="EEEEEE"/>
                </a:solidFill>
                <a:latin typeface="Noto Sans CJK KR Bold"/>
                <a:ea typeface="Noto Sans CJK KR Bold"/>
                <a:cs typeface="Noto Sans CJK KR Bold"/>
              </a:rPr>
              <a:t>임원철</a:t>
            </a:r>
            <a:endParaRPr lang="en-US" sz="2400" b="0" i="0" u="none" strike="noStrike" dirty="0">
              <a:solidFill>
                <a:srgbClr val="EEEEEE"/>
              </a:solidFill>
              <a:latin typeface="Noto Sans CJK KR Bold"/>
              <a:ea typeface="Noto Sans CJK KR Bold"/>
              <a:cs typeface="Noto Sans CJK K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0477500"/>
            <a:ext cx="2019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9400"/>
              </a:lnSpc>
            </a:pPr>
            <a:r>
              <a:rPr lang="ko-KR" altLang="en-US" sz="2400" b="0" i="0" u="none" strike="noStrike" dirty="0">
                <a:solidFill>
                  <a:srgbClr val="EEEEEE"/>
                </a:solidFill>
                <a:latin typeface="Noto Sans CJK KR Regular"/>
                <a:ea typeface="Noto Sans CJK KR Regular"/>
                <a:cs typeface="Noto Sans CJK KR Regular"/>
              </a:rPr>
              <a:t>팀장 </a:t>
            </a:r>
            <a:r>
              <a:rPr lang="en-US" altLang="ko-KR" sz="2400" b="0" i="0" u="none" strike="noStrike" dirty="0">
                <a:solidFill>
                  <a:srgbClr val="EEEEEE"/>
                </a:solidFill>
                <a:latin typeface="Noto Sans CJK KR Regular"/>
                <a:ea typeface="Noto Sans CJK KR Regular"/>
                <a:cs typeface="Noto Sans CJK KR Regular"/>
              </a:rPr>
              <a:t>/ </a:t>
            </a:r>
            <a:r>
              <a:rPr lang="ko-KR" altLang="en-US" sz="2400" b="0" i="0" u="none" strike="noStrike" dirty="0">
                <a:solidFill>
                  <a:srgbClr val="EEEEEE"/>
                </a:solidFill>
                <a:latin typeface="Noto Sans CJK KR Regular"/>
                <a:ea typeface="Noto Sans CJK KR Regular"/>
                <a:cs typeface="Noto Sans CJK KR Regular"/>
              </a:rPr>
              <a:t>발표자</a:t>
            </a:r>
            <a:endParaRPr lang="en-US" sz="2400" b="0" i="0" u="none" strike="noStrike" dirty="0">
              <a:solidFill>
                <a:srgbClr val="EEEEEE"/>
              </a:solidFill>
              <a:latin typeface="Noto Sans CJK KR Regular"/>
              <a:ea typeface="Noto Sans CJK KR Regular"/>
              <a:cs typeface="Noto Sans CJK KR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6000" y="4108450"/>
            <a:ext cx="91440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4000" spc="-100" dirty="0">
                <a:solidFill>
                  <a:srgbClr val="EEEEEE"/>
                </a:solidFill>
                <a:latin typeface="Noto Sans CJK KR Medium"/>
                <a:ea typeface="Noto Sans CJK KR Medium"/>
                <a:cs typeface="Noto Sans CJK KR Medium"/>
              </a:rPr>
              <a:t>제작 일정 보고서</a:t>
            </a:r>
            <a:endParaRPr lang="en-US" sz="4000" b="0" i="0" u="none" strike="noStrike" spc="-100" dirty="0">
              <a:solidFill>
                <a:srgbClr val="EEEEEE"/>
              </a:solidFill>
              <a:latin typeface="Noto Sans CJK KR Medium"/>
              <a:ea typeface="Noto Sans CJK KR Medium"/>
              <a:cs typeface="Noto Sans CJK K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16000" y="876300"/>
            <a:ext cx="19088100" cy="6464300"/>
          </a:xfrm>
          <a:prstGeom prst="rect">
            <a:avLst/>
          </a:prstGeom>
        </p:spPr>
        <p:txBody>
          <a:bodyPr lIns="0" tIns="355601" rIns="0" bIns="0" rtlCol="0" anchor="t"/>
          <a:lstStyle/>
          <a:p>
            <a:pPr lvl="0" algn="l">
              <a:lnSpc>
                <a:spcPct val="91299"/>
              </a:lnSpc>
            </a:pPr>
            <a:r>
              <a:rPr lang="ko-KR" altLang="en-US" sz="22400" cap="all" dirty="0">
                <a:solidFill>
                  <a:srgbClr val="EEEEEE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nton Regular"/>
              </a:rPr>
              <a:t>팀 </a:t>
            </a:r>
            <a:r>
              <a:rPr lang="en-US" altLang="ko-KR" sz="22400" cap="all" dirty="0">
                <a:solidFill>
                  <a:srgbClr val="EEEEEE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nton Regular"/>
              </a:rPr>
              <a:t>: </a:t>
            </a:r>
            <a:r>
              <a:rPr lang="ko-KR" altLang="en-US" sz="22400" cap="all" dirty="0">
                <a:solidFill>
                  <a:srgbClr val="EEEEEE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nton Regular"/>
              </a:rPr>
              <a:t>희망</a:t>
            </a:r>
            <a:endParaRPr lang="en-US" sz="22400" b="0" i="0" u="none" strike="noStrike" cap="all" dirty="0">
              <a:solidFill>
                <a:srgbClr val="EEEEEE"/>
              </a:solidFill>
              <a:latin typeface="SB 어그로 Bold" panose="02020603020101020101" pitchFamily="18" charset="-127"/>
              <a:ea typeface="SB 어그로 Bold" panose="02020603020101020101" pitchFamily="18" charset="-127"/>
              <a:cs typeface="Anton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4752-F01A-D8D5-5DBB-6EB4F55BF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FE15909-27C2-A7A1-4911-6E01F51AB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368300"/>
            <a:ext cx="24409400" cy="12979400"/>
          </a:xfrm>
          <a:prstGeom prst="rect">
            <a:avLst/>
          </a:prstGeom>
          <a:effectLst>
            <a:outerShdw blurRad="324485" dir="2700000">
              <a:srgbClr val="000000">
                <a:alpha val="50000"/>
              </a:srgbClr>
            </a:outerShdw>
          </a:effectLst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924FCCA1-F369-6F37-73EE-9BA89F5FDE2A}"/>
              </a:ext>
            </a:extLst>
          </p:cNvPr>
          <p:cNvSpPr txBox="1"/>
          <p:nvPr/>
        </p:nvSpPr>
        <p:spPr>
          <a:xfrm>
            <a:off x="673100" y="838200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9600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이전</a:t>
            </a:r>
            <a:r>
              <a:rPr lang="ko-KR" altLang="en-US" sz="9600" b="0" i="0" u="none" strike="noStrike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 진행 상황</a:t>
            </a:r>
            <a:r>
              <a:rPr lang="en-US" altLang="ko-KR" sz="9600" b="0" i="0" u="none" strike="noStrike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, </a:t>
            </a:r>
            <a:r>
              <a:rPr lang="ko-KR" altLang="en-US" sz="9600" b="0" i="0" u="none" strike="noStrike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지금까지 만든 것</a:t>
            </a:r>
            <a:endParaRPr lang="en-US" sz="96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D0552A-BFA9-10B6-B780-82A4A0F24CD9}"/>
              </a:ext>
            </a:extLst>
          </p:cNvPr>
          <p:cNvSpPr txBox="1"/>
          <p:nvPr/>
        </p:nvSpPr>
        <p:spPr>
          <a:xfrm>
            <a:off x="673100" y="3517900"/>
            <a:ext cx="61849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ko-KR" alt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애니메이션</a:t>
            </a:r>
            <a:endParaRPr lang="en-US" altLang="ko-KR" sz="2933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lvl="0">
              <a:lnSpc>
                <a:spcPct val="132800"/>
              </a:lnSpc>
            </a:pPr>
            <a:r>
              <a:rPr 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- </a:t>
            </a:r>
            <a:r>
              <a:rPr lang="ko-KR" alt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캐릭터</a:t>
            </a:r>
            <a:endParaRPr lang="en-US" altLang="ko-KR" sz="2933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lvl="0">
              <a:lnSpc>
                <a:spcPct val="132800"/>
              </a:lnSpc>
            </a:pPr>
            <a:r>
              <a:rPr 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- </a:t>
            </a:r>
            <a:r>
              <a:rPr lang="ko-KR" alt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적 개체 애니메이션</a:t>
            </a:r>
            <a:endParaRPr lang="en-US" sz="2933" b="0" i="0" u="none" strike="noStrike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E62A4B7-5477-6854-E8C5-2951086B59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9550401"/>
            <a:ext cx="2375545" cy="3352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6FBEB9-D9B5-C07C-BFBB-6180A9B2BB1E}"/>
              </a:ext>
            </a:extLst>
          </p:cNvPr>
          <p:cNvSpPr txBox="1"/>
          <p:nvPr/>
        </p:nvSpPr>
        <p:spPr>
          <a:xfrm>
            <a:off x="5029200" y="3517900"/>
            <a:ext cx="61849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ko-KR" alt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아이템 오브젝트</a:t>
            </a:r>
            <a:endParaRPr lang="en-US" altLang="ko-KR" sz="2933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lvl="0">
              <a:lnSpc>
                <a:spcPct val="132800"/>
              </a:lnSpc>
            </a:pPr>
            <a:r>
              <a:rPr 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- 40</a:t>
            </a:r>
            <a:r>
              <a:rPr lang="ko-KR" alt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개 제작</a:t>
            </a:r>
            <a:endParaRPr lang="en-US" sz="2933" b="0" i="0" u="none" strike="noStrike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118A2-AC12-CAF5-8082-2A2A11E8D91B}"/>
              </a:ext>
            </a:extLst>
          </p:cNvPr>
          <p:cNvSpPr txBox="1"/>
          <p:nvPr/>
        </p:nvSpPr>
        <p:spPr>
          <a:xfrm>
            <a:off x="10058400" y="3517900"/>
            <a:ext cx="61849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ko-KR" alt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일러스트</a:t>
            </a:r>
            <a:endParaRPr lang="en-US" altLang="ko-KR" sz="2933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NPC</a:t>
            </a: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ko-KR" alt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보스</a:t>
            </a:r>
            <a:endParaRPr lang="en-US" altLang="ko-KR" sz="2933" b="0" i="0" u="none" strike="noStrike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ko-KR" alt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주인공 캐릭터 </a:t>
            </a:r>
            <a:r>
              <a:rPr lang="en-US" altLang="ko-KR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A /B</a:t>
            </a:r>
            <a:endParaRPr lang="en-US" sz="2933" b="0" i="0" u="none" strike="noStrike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3DBD076-684A-C2C8-7DE6-A8775267AE7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7651435"/>
            <a:ext cx="3346724" cy="57054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64EC1D4-C2BC-330E-5564-162A982FAF19}"/>
              </a:ext>
            </a:extLst>
          </p:cNvPr>
          <p:cNvSpPr txBox="1"/>
          <p:nvPr/>
        </p:nvSpPr>
        <p:spPr>
          <a:xfrm>
            <a:off x="16243300" y="3517900"/>
            <a:ext cx="61849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UI </a:t>
            </a:r>
            <a:r>
              <a:rPr lang="ko-KR" alt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시스템</a:t>
            </a:r>
            <a:endParaRPr lang="en-US" sz="2933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ko-KR" alt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노드</a:t>
            </a:r>
            <a:endParaRPr lang="en-US" altLang="ko-KR" sz="2933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ko-KR" alt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일시정지</a:t>
            </a:r>
            <a:endParaRPr lang="en-US" altLang="ko-KR" sz="2933" b="0" i="0" u="none" strike="noStrike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ko-KR" altLang="en-US" sz="2933" b="0" i="0" u="none" strike="noStrike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로비</a:t>
            </a:r>
            <a:endParaRPr lang="en-US" altLang="ko-KR" sz="2933" b="0" i="0" u="none" strike="noStrike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ko-KR" altLang="en-US" sz="2933" spc="-100" dirty="0">
                <a:solidFill>
                  <a:srgbClr val="2A3A87"/>
                </a:solidFill>
                <a:latin typeface="Noto Sans CJK KR Bold"/>
                <a:ea typeface="Noto Sans CJK KR Bold"/>
                <a:cs typeface="Noto Sans CJK KR Bold"/>
              </a:rPr>
              <a:t>인벤토리</a:t>
            </a:r>
            <a:endParaRPr lang="en-US" altLang="ko-KR" sz="2933" spc="-100" dirty="0">
              <a:solidFill>
                <a:srgbClr val="2A3A87"/>
              </a:solidFill>
              <a:latin typeface="Noto Sans CJK KR Bold"/>
              <a:ea typeface="Noto Sans CJK KR Bold"/>
              <a:cs typeface="Noto Sans CJK KR Bold"/>
            </a:endParaRPr>
          </a:p>
        </p:txBody>
      </p:sp>
    </p:spTree>
    <p:extLst>
      <p:ext uri="{BB962C8B-B14F-4D97-AF65-F5344CB8AC3E}">
        <p14:creationId xmlns:p14="http://schemas.microsoft.com/office/powerpoint/2010/main" val="256034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44DC-15E2-9A84-D5E4-8E1399B5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98606F2-7294-9FEC-BC77-A75C2545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368300"/>
            <a:ext cx="24409400" cy="12979400"/>
          </a:xfrm>
          <a:prstGeom prst="rect">
            <a:avLst/>
          </a:prstGeom>
          <a:effectLst>
            <a:outerShdw blurRad="324485" dir="2700000">
              <a:srgbClr val="000000">
                <a:alpha val="50000"/>
              </a:srgbClr>
            </a:outerShdw>
          </a:effectLst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5883052D-D17B-FA69-108E-08ACD8497EB3}"/>
              </a:ext>
            </a:extLst>
          </p:cNvPr>
          <p:cNvSpPr txBox="1"/>
          <p:nvPr/>
        </p:nvSpPr>
        <p:spPr>
          <a:xfrm>
            <a:off x="673100" y="838200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9600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현재 진행된 </a:t>
            </a:r>
            <a:r>
              <a:rPr lang="ko-KR" altLang="en-US" sz="9600" cap="all" dirty="0" err="1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작업물</a:t>
            </a:r>
            <a:endParaRPr lang="en-US" sz="96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4DB3F8-ADFA-5586-5AC9-7A8D380CA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5418231"/>
            <a:ext cx="11518900" cy="64964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6851993-1191-A50F-AC8E-6E8CF87F580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399" y="5418230"/>
            <a:ext cx="10522123" cy="6496477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D3D12274-29E4-E27C-915E-0D18EDDCDC27}"/>
              </a:ext>
            </a:extLst>
          </p:cNvPr>
          <p:cNvGrpSpPr/>
          <p:nvPr/>
        </p:nvGrpSpPr>
        <p:grpSpPr>
          <a:xfrm>
            <a:off x="673100" y="3452356"/>
            <a:ext cx="7404100" cy="1678443"/>
            <a:chOff x="14846300" y="6826249"/>
            <a:chExt cx="7404100" cy="1678443"/>
          </a:xfrm>
        </p:grpSpPr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7DD4B23D-23CA-3D5D-3D90-10A43FD580DA}"/>
                </a:ext>
              </a:extLst>
            </p:cNvPr>
            <p:cNvSpPr/>
            <p:nvPr/>
          </p:nvSpPr>
          <p:spPr>
            <a:xfrm>
              <a:off x="14846300" y="6826249"/>
              <a:ext cx="7404100" cy="1678443"/>
            </a:xfrm>
            <a:prstGeom prst="roundRect">
              <a:avLst>
                <a:gd name="adj" fmla="val 7742"/>
              </a:avLst>
            </a:prstGeom>
            <a:solidFill>
              <a:srgbClr val="F4F6FA"/>
            </a:solidFill>
            <a:ln/>
            <a:effectLst>
              <a:outerShdw blurRad="127000" dist="38100" dir="5400000" algn="bl" rotWithShape="0">
                <a:srgbClr val="9AA5B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B9B6AEDF-E49D-4743-290C-A8B2260E45C0}"/>
                </a:ext>
              </a:extLst>
            </p:cNvPr>
            <p:cNvSpPr/>
            <p:nvPr/>
          </p:nvSpPr>
          <p:spPr>
            <a:xfrm>
              <a:off x="15077216" y="7118115"/>
              <a:ext cx="1107155" cy="1107155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/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0CA1EED3-FBD9-ACA3-D123-D5196E0AB28E}"/>
                </a:ext>
              </a:extLst>
            </p:cNvPr>
            <p:cNvSpPr txBox="1"/>
            <p:nvPr/>
          </p:nvSpPr>
          <p:spPr>
            <a:xfrm>
              <a:off x="16415287" y="7113681"/>
              <a:ext cx="4346271" cy="622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>
                  <a:solidFill>
                    <a:srgbClr val="1B1F2A"/>
                  </a:solidFill>
                  <a:latin typeface="Calibri" pitchFamily="34" charset="0"/>
                  <a:cs typeface="Calibri" pitchFamily="34" charset="-120"/>
                </a:rPr>
                <a:t>정지원</a:t>
              </a:r>
              <a:endParaRPr lang="en-US" sz="3200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776486B3-A327-5F60-F030-25909C0BACC7}"/>
                </a:ext>
              </a:extLst>
            </p:cNvPr>
            <p:cNvSpPr txBox="1"/>
            <p:nvPr/>
          </p:nvSpPr>
          <p:spPr>
            <a:xfrm>
              <a:off x="16415287" y="7762226"/>
              <a:ext cx="4346271" cy="48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3D </a:t>
              </a:r>
              <a:r>
                <a:rPr lang="ko-KR" altLang="en-US" sz="2400" b="1" dirty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오브젝트 배경</a:t>
              </a:r>
              <a:endParaRPr lang="en-US" sz="24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7054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CBE9-2C29-12DD-72E1-40E76B4E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E2E4B09-2A2F-B469-4349-6D5DB00A5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368300"/>
            <a:ext cx="24409400" cy="12979400"/>
          </a:xfrm>
          <a:prstGeom prst="rect">
            <a:avLst/>
          </a:prstGeom>
          <a:effectLst>
            <a:outerShdw blurRad="324485" dir="2700000">
              <a:srgbClr val="000000">
                <a:alpha val="50000"/>
              </a:srgbClr>
            </a:outerShdw>
          </a:effectLst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21655424-69C1-F4EE-8BCF-F57DAE40EDF7}"/>
              </a:ext>
            </a:extLst>
          </p:cNvPr>
          <p:cNvSpPr txBox="1"/>
          <p:nvPr/>
        </p:nvSpPr>
        <p:spPr>
          <a:xfrm>
            <a:off x="673100" y="838200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9600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현재 진행된 </a:t>
            </a:r>
            <a:r>
              <a:rPr lang="ko-KR" altLang="en-US" sz="9600" cap="all" dirty="0" err="1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작업물</a:t>
            </a:r>
            <a:endParaRPr lang="en-US" sz="96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676F6F8-E2ED-7AEE-417E-F4E7FF22912E}"/>
              </a:ext>
            </a:extLst>
          </p:cNvPr>
          <p:cNvGrpSpPr/>
          <p:nvPr/>
        </p:nvGrpSpPr>
        <p:grpSpPr>
          <a:xfrm>
            <a:off x="713172" y="3452356"/>
            <a:ext cx="7404100" cy="1678443"/>
            <a:chOff x="14843252" y="10075834"/>
            <a:chExt cx="7404100" cy="1678443"/>
          </a:xfrm>
        </p:grpSpPr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9A39C978-2F94-D3BA-BE19-DFB89BDFB855}"/>
                </a:ext>
              </a:extLst>
            </p:cNvPr>
            <p:cNvSpPr/>
            <p:nvPr/>
          </p:nvSpPr>
          <p:spPr>
            <a:xfrm>
              <a:off x="14843252" y="10075834"/>
              <a:ext cx="7404100" cy="1678443"/>
            </a:xfrm>
            <a:prstGeom prst="roundRect">
              <a:avLst>
                <a:gd name="adj" fmla="val 7742"/>
              </a:avLst>
            </a:prstGeom>
            <a:solidFill>
              <a:srgbClr val="F4F6FA"/>
            </a:solidFill>
            <a:ln/>
            <a:effectLst>
              <a:outerShdw blurRad="127000" dist="38100" dir="5400000" algn="bl" rotWithShape="0">
                <a:srgbClr val="9AA5B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4A0C471-6B8A-6452-838A-2952D81FEE6A}"/>
                </a:ext>
              </a:extLst>
            </p:cNvPr>
            <p:cNvSpPr/>
            <p:nvPr/>
          </p:nvSpPr>
          <p:spPr>
            <a:xfrm>
              <a:off x="15074168" y="10362964"/>
              <a:ext cx="1107155" cy="1107155"/>
            </a:xfrm>
            <a:prstGeom prst="ellipse">
              <a:avLst/>
            </a:prstGeom>
            <a:solidFill>
              <a:srgbClr val="00B050"/>
            </a:solidFill>
            <a:ln/>
          </p:spPr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0A2C54C0-1D71-C252-0CDA-4122BB81533E}"/>
                </a:ext>
              </a:extLst>
            </p:cNvPr>
            <p:cNvSpPr txBox="1"/>
            <p:nvPr/>
          </p:nvSpPr>
          <p:spPr>
            <a:xfrm>
              <a:off x="16412239" y="10358530"/>
              <a:ext cx="4346271" cy="622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양형석</a:t>
              </a:r>
              <a:endParaRPr lang="en-US" sz="32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9A590A0F-1E40-4AE9-7FCB-37474D3950DB}"/>
                </a:ext>
              </a:extLst>
            </p:cNvPr>
            <p:cNvSpPr txBox="1"/>
            <p:nvPr/>
          </p:nvSpPr>
          <p:spPr>
            <a:xfrm>
              <a:off x="16412239" y="11007075"/>
              <a:ext cx="4346271" cy="48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ko-KR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2D </a:t>
              </a:r>
              <a:r>
                <a:rPr lang="ko-KR" altLang="en-US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아트</a:t>
              </a:r>
              <a:r>
                <a:rPr lang="en-US" altLang="ko-KR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 • </a:t>
              </a:r>
              <a:r>
                <a:rPr lang="ko-KR" altLang="en-US" sz="2400" b="1" dirty="0" err="1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이팩트</a:t>
              </a:r>
              <a:endParaRPr lang="en-US" sz="2400" dirty="0">
                <a:solidFill>
                  <a:srgbClr val="00B050"/>
                </a:solidFill>
              </a:endParaRPr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B6B1EA5B-B667-6C53-B186-66D255069FD5}"/>
              </a:ext>
            </a:extLst>
          </p:cNvPr>
          <p:cNvSpPr txBox="1"/>
          <p:nvPr/>
        </p:nvSpPr>
        <p:spPr>
          <a:xfrm>
            <a:off x="10855991" y="1059307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6000" b="0" i="0" u="none" strike="noStrike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레퍼런스</a:t>
            </a:r>
            <a:endParaRPr lang="en-US" sz="60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2BA5751-6EE2-E0B1-DA71-3AD822EBAB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00" y="5538922"/>
            <a:ext cx="6463248" cy="363557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13EB437-003A-F23F-18D7-732AAC31D5F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5546150"/>
            <a:ext cx="5927570" cy="363557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DCF6755-448F-68E5-EB6C-FBE73AB6937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3247" y="5546150"/>
            <a:ext cx="6463248" cy="363557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9FCD35B3-3BB3-1551-0830-DE308921FB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78" y="9458657"/>
            <a:ext cx="6082832" cy="342069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3712527-13DB-CDE0-98C1-7C84E7568F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9370868"/>
            <a:ext cx="6234545" cy="350693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F8C1D0A-22D6-CCB7-E61E-D326517E00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2635" y="9366098"/>
            <a:ext cx="6234544" cy="351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1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B10D-076D-C958-3A33-30FDDFE8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C576EB2-4686-15B8-97C5-F01E86EF2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368300"/>
            <a:ext cx="24409400" cy="12979400"/>
          </a:xfrm>
          <a:prstGeom prst="rect">
            <a:avLst/>
          </a:prstGeom>
          <a:effectLst>
            <a:outerShdw blurRad="324485" dir="2700000">
              <a:srgbClr val="000000">
                <a:alpha val="50000"/>
              </a:srgbClr>
            </a:outerShdw>
          </a:effectLst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800A1A48-65CE-5853-CAE1-01598C5B56CE}"/>
              </a:ext>
            </a:extLst>
          </p:cNvPr>
          <p:cNvSpPr txBox="1"/>
          <p:nvPr/>
        </p:nvSpPr>
        <p:spPr>
          <a:xfrm>
            <a:off x="673100" y="838200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9600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현재 진행된 </a:t>
            </a:r>
            <a:r>
              <a:rPr lang="ko-KR" altLang="en-US" sz="9600" cap="all" dirty="0" err="1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작업물</a:t>
            </a:r>
            <a:endParaRPr lang="en-US" sz="96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0EE97F3-2A1A-E885-F50A-6E026D01CADC}"/>
              </a:ext>
            </a:extLst>
          </p:cNvPr>
          <p:cNvGrpSpPr/>
          <p:nvPr/>
        </p:nvGrpSpPr>
        <p:grpSpPr>
          <a:xfrm>
            <a:off x="713172" y="3452356"/>
            <a:ext cx="7404100" cy="1678443"/>
            <a:chOff x="14843252" y="10075834"/>
            <a:chExt cx="7404100" cy="1678443"/>
          </a:xfrm>
        </p:grpSpPr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A152E56B-BEB5-9C32-52A8-881B235BB6A8}"/>
                </a:ext>
              </a:extLst>
            </p:cNvPr>
            <p:cNvSpPr/>
            <p:nvPr/>
          </p:nvSpPr>
          <p:spPr>
            <a:xfrm>
              <a:off x="14843252" y="10075834"/>
              <a:ext cx="7404100" cy="1678443"/>
            </a:xfrm>
            <a:prstGeom prst="roundRect">
              <a:avLst>
                <a:gd name="adj" fmla="val 7742"/>
              </a:avLst>
            </a:prstGeom>
            <a:solidFill>
              <a:srgbClr val="F4F6FA"/>
            </a:solidFill>
            <a:ln/>
            <a:effectLst>
              <a:outerShdw blurRad="127000" dist="38100" dir="5400000" algn="bl" rotWithShape="0">
                <a:srgbClr val="9AA5B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CF966E25-F09D-368E-F4A6-A2C70CCB4921}"/>
                </a:ext>
              </a:extLst>
            </p:cNvPr>
            <p:cNvSpPr/>
            <p:nvPr/>
          </p:nvSpPr>
          <p:spPr>
            <a:xfrm>
              <a:off x="15074168" y="10362964"/>
              <a:ext cx="1107155" cy="1107155"/>
            </a:xfrm>
            <a:prstGeom prst="ellipse">
              <a:avLst/>
            </a:prstGeom>
            <a:solidFill>
              <a:srgbClr val="00B050"/>
            </a:solidFill>
            <a:ln/>
          </p:spPr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0C5B69E1-BA20-518E-ACB7-A3456DB6DEA2}"/>
                </a:ext>
              </a:extLst>
            </p:cNvPr>
            <p:cNvSpPr txBox="1"/>
            <p:nvPr/>
          </p:nvSpPr>
          <p:spPr>
            <a:xfrm>
              <a:off x="16412239" y="10358530"/>
              <a:ext cx="4346271" cy="622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양형석</a:t>
              </a:r>
              <a:endParaRPr lang="en-US" sz="32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A5F9ADFB-CF02-D5FB-25BA-6BA1C5799E5B}"/>
                </a:ext>
              </a:extLst>
            </p:cNvPr>
            <p:cNvSpPr txBox="1"/>
            <p:nvPr/>
          </p:nvSpPr>
          <p:spPr>
            <a:xfrm>
              <a:off x="16412239" y="11007075"/>
              <a:ext cx="4346271" cy="48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ko-KR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2D </a:t>
              </a:r>
              <a:r>
                <a:rPr lang="ko-KR" altLang="en-US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아트</a:t>
              </a:r>
              <a:r>
                <a:rPr lang="en-US" altLang="ko-KR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 • </a:t>
              </a:r>
              <a:r>
                <a:rPr lang="ko-KR" altLang="en-US" sz="2400" b="1" dirty="0" err="1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이팩트</a:t>
              </a:r>
              <a:endParaRPr lang="en-US" sz="2400" dirty="0">
                <a:solidFill>
                  <a:srgbClr val="00B050"/>
                </a:solidFill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8C53426E-0C12-A47A-C84A-BA76FC30B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72" y="5751390"/>
            <a:ext cx="10694039" cy="601051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77C0CBD-64AE-2D9E-DB26-8169FD2129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0286" y="5751390"/>
            <a:ext cx="11376311" cy="601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4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BADB-E9C8-EED9-F401-53D2771C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8F3C195-2D6D-487E-312B-8A3B2E38E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368300"/>
            <a:ext cx="24409400" cy="12979400"/>
          </a:xfrm>
          <a:prstGeom prst="rect">
            <a:avLst/>
          </a:prstGeom>
          <a:effectLst>
            <a:outerShdw blurRad="324485" dir="2700000">
              <a:srgbClr val="000000">
                <a:alpha val="50000"/>
              </a:srgbClr>
            </a:outerShdw>
          </a:effectLst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9C6ECE2A-A621-A1BB-A94F-E0B10260F445}"/>
              </a:ext>
            </a:extLst>
          </p:cNvPr>
          <p:cNvSpPr txBox="1"/>
          <p:nvPr/>
        </p:nvSpPr>
        <p:spPr>
          <a:xfrm>
            <a:off x="673100" y="838200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9600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현재 진행된 </a:t>
            </a:r>
            <a:r>
              <a:rPr lang="ko-KR" altLang="en-US" sz="9600" cap="all" dirty="0" err="1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작업물</a:t>
            </a:r>
            <a:endParaRPr lang="en-US" sz="96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2D0ED91-533A-4819-A174-032B8D269A92}"/>
              </a:ext>
            </a:extLst>
          </p:cNvPr>
          <p:cNvGrpSpPr/>
          <p:nvPr/>
        </p:nvGrpSpPr>
        <p:grpSpPr>
          <a:xfrm>
            <a:off x="713172" y="3452356"/>
            <a:ext cx="7404100" cy="1678443"/>
            <a:chOff x="14843252" y="10075834"/>
            <a:chExt cx="7404100" cy="1678443"/>
          </a:xfrm>
        </p:grpSpPr>
        <p:sp>
          <p:nvSpPr>
            <p:cNvPr id="4" name="Shape 6">
              <a:extLst>
                <a:ext uri="{FF2B5EF4-FFF2-40B4-BE49-F238E27FC236}">
                  <a16:creationId xmlns:a16="http://schemas.microsoft.com/office/drawing/2014/main" id="{5935DAC1-E629-3CF9-4C9A-609476351F97}"/>
                </a:ext>
              </a:extLst>
            </p:cNvPr>
            <p:cNvSpPr/>
            <p:nvPr/>
          </p:nvSpPr>
          <p:spPr>
            <a:xfrm>
              <a:off x="14843252" y="10075834"/>
              <a:ext cx="7404100" cy="1678443"/>
            </a:xfrm>
            <a:prstGeom prst="roundRect">
              <a:avLst>
                <a:gd name="adj" fmla="val 7742"/>
              </a:avLst>
            </a:prstGeom>
            <a:solidFill>
              <a:srgbClr val="F4F6FA"/>
            </a:solidFill>
            <a:ln/>
            <a:effectLst>
              <a:outerShdw blurRad="127000" dist="38100" dir="5400000" algn="bl" rotWithShape="0">
                <a:srgbClr val="9AA5B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C9938F90-2BBD-50D7-805A-B7BD6D32A1A3}"/>
                </a:ext>
              </a:extLst>
            </p:cNvPr>
            <p:cNvSpPr/>
            <p:nvPr/>
          </p:nvSpPr>
          <p:spPr>
            <a:xfrm>
              <a:off x="15074168" y="10362964"/>
              <a:ext cx="1107155" cy="1107155"/>
            </a:xfrm>
            <a:prstGeom prst="ellipse">
              <a:avLst/>
            </a:prstGeom>
            <a:solidFill>
              <a:srgbClr val="00B050"/>
            </a:solidFill>
            <a:ln/>
          </p:spPr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8D1BD309-820F-D3CE-65D6-1D68F867C3BE}"/>
                </a:ext>
              </a:extLst>
            </p:cNvPr>
            <p:cNvSpPr txBox="1"/>
            <p:nvPr/>
          </p:nvSpPr>
          <p:spPr>
            <a:xfrm>
              <a:off x="16412239" y="10358530"/>
              <a:ext cx="4346271" cy="622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32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양형석</a:t>
              </a:r>
              <a:endParaRPr lang="en-US" sz="32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30E577BF-910A-414D-88AA-9665F6F3D2EF}"/>
                </a:ext>
              </a:extLst>
            </p:cNvPr>
            <p:cNvSpPr txBox="1"/>
            <p:nvPr/>
          </p:nvSpPr>
          <p:spPr>
            <a:xfrm>
              <a:off x="16412239" y="11007075"/>
              <a:ext cx="4346271" cy="48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ko-KR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2D </a:t>
              </a:r>
              <a:r>
                <a:rPr lang="ko-KR" altLang="en-US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아트</a:t>
              </a:r>
              <a:r>
                <a:rPr lang="en-US" altLang="ko-KR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 • </a:t>
              </a:r>
              <a:r>
                <a:rPr lang="ko-KR" altLang="en-US" sz="2400" b="1" dirty="0" err="1">
                  <a:solidFill>
                    <a:srgbClr val="00B050"/>
                  </a:solidFill>
                  <a:latin typeface="Calibri" pitchFamily="34" charset="0"/>
                  <a:cs typeface="Calibri" pitchFamily="34" charset="-120"/>
                </a:rPr>
                <a:t>이팩트</a:t>
              </a:r>
              <a:endParaRPr lang="en-US" sz="2400" dirty="0">
                <a:solidFill>
                  <a:srgbClr val="00B050"/>
                </a:solidFill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1173D052-9180-D53A-CAE1-DBB7E6FCC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528" y="5723955"/>
            <a:ext cx="10634852" cy="6010521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D1EB8B14-1F60-9D29-CC7C-B3FEF6840B4C}"/>
              </a:ext>
            </a:extLst>
          </p:cNvPr>
          <p:cNvGrpSpPr/>
          <p:nvPr/>
        </p:nvGrpSpPr>
        <p:grpSpPr>
          <a:xfrm>
            <a:off x="713172" y="5752536"/>
            <a:ext cx="10689965" cy="6008228"/>
            <a:chOff x="717246" y="5726249"/>
            <a:chExt cx="10689965" cy="6008228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F00DEE9-5266-12BF-31B4-086166F48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246" y="5726249"/>
              <a:ext cx="10689965" cy="6008228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A30DCBA-7E23-EAA4-A792-6E22DAE55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9294" r="45889"/>
            <a:stretch>
              <a:fillRect/>
            </a:stretch>
          </p:blipFill>
          <p:spPr>
            <a:xfrm>
              <a:off x="722316" y="8686800"/>
              <a:ext cx="5754684" cy="304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727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A016B-AFAA-B944-1624-E7FCD1496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C511312-406A-7DE8-527B-8724DFF1E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368300"/>
            <a:ext cx="24409400" cy="12979400"/>
          </a:xfrm>
          <a:prstGeom prst="rect">
            <a:avLst/>
          </a:prstGeom>
          <a:effectLst>
            <a:outerShdw blurRad="324485" dir="2700000">
              <a:srgbClr val="000000">
                <a:alpha val="50000"/>
              </a:srgbClr>
            </a:outerShdw>
          </a:effec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DC54D705-30C9-3944-573C-AC6852151B2F}"/>
              </a:ext>
            </a:extLst>
          </p:cNvPr>
          <p:cNvGrpSpPr/>
          <p:nvPr/>
        </p:nvGrpSpPr>
        <p:grpSpPr>
          <a:xfrm>
            <a:off x="713172" y="3452356"/>
            <a:ext cx="7404100" cy="1678443"/>
            <a:chOff x="14846300" y="3712113"/>
            <a:chExt cx="7404100" cy="1678443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96E3569B-18A2-4FF6-A34A-CB6EDFDA2CC4}"/>
                </a:ext>
              </a:extLst>
            </p:cNvPr>
            <p:cNvSpPr/>
            <p:nvPr/>
          </p:nvSpPr>
          <p:spPr>
            <a:xfrm>
              <a:off x="14846300" y="3712113"/>
              <a:ext cx="7404100" cy="1678443"/>
            </a:xfrm>
            <a:prstGeom prst="roundRect">
              <a:avLst>
                <a:gd name="adj" fmla="val 7742"/>
              </a:avLst>
            </a:prstGeom>
            <a:solidFill>
              <a:srgbClr val="F4F6FA"/>
            </a:solidFill>
            <a:ln/>
            <a:effectLst>
              <a:outerShdw blurRad="127000" dist="38100" dir="5400000" algn="bl" rotWithShape="0">
                <a:srgbClr val="9AA5B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EDFCA898-AA2D-983E-46EC-A611C83AA2BA}"/>
                </a:ext>
              </a:extLst>
            </p:cNvPr>
            <p:cNvSpPr/>
            <p:nvPr/>
          </p:nvSpPr>
          <p:spPr>
            <a:xfrm>
              <a:off x="15077216" y="3873266"/>
              <a:ext cx="1107155" cy="1107155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F4C89242-F7DD-006A-DAE6-AED959EB1C38}"/>
                </a:ext>
              </a:extLst>
            </p:cNvPr>
            <p:cNvSpPr txBox="1"/>
            <p:nvPr/>
          </p:nvSpPr>
          <p:spPr>
            <a:xfrm>
              <a:off x="16415287" y="3868832"/>
              <a:ext cx="4346271" cy="622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임원철</a:t>
              </a:r>
              <a:endParaRPr lang="en-US" sz="32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9260D65B-AECD-F9D7-14BF-6C50A6499486}"/>
                </a:ext>
              </a:extLst>
            </p:cNvPr>
            <p:cNvSpPr txBox="1"/>
            <p:nvPr/>
          </p:nvSpPr>
          <p:spPr>
            <a:xfrm>
              <a:off x="16415287" y="4517377"/>
              <a:ext cx="4346271" cy="48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 err="1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프로그래밍</a:t>
              </a:r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ko-KR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2D </a:t>
              </a:r>
              <a:r>
                <a:rPr lang="ko-KR" alt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아트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3EA846A4-F8A7-FE2A-9179-1675B80F5670}"/>
              </a:ext>
            </a:extLst>
          </p:cNvPr>
          <p:cNvSpPr txBox="1"/>
          <p:nvPr/>
        </p:nvSpPr>
        <p:spPr>
          <a:xfrm>
            <a:off x="673100" y="838200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9600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현재 진행된 </a:t>
            </a:r>
            <a:r>
              <a:rPr lang="ko-KR" altLang="en-US" sz="9600" cap="all" dirty="0" err="1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작업물</a:t>
            </a:r>
            <a:endParaRPr lang="en-US" sz="96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A648659-01F5-53AC-FE7C-44F694863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72" y="5324094"/>
            <a:ext cx="10640628" cy="596029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3E4CC9B-832D-B5E7-C20F-51439BD31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0" y="5324095"/>
            <a:ext cx="10533735" cy="596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7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40ED-621F-29A4-432B-A84A59BA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F7160F4-5683-58D0-1E3F-4B79267CE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368300"/>
            <a:ext cx="24409400" cy="12979400"/>
          </a:xfrm>
          <a:prstGeom prst="rect">
            <a:avLst/>
          </a:prstGeom>
          <a:effectLst>
            <a:outerShdw blurRad="324485" dir="2700000">
              <a:srgbClr val="000000">
                <a:alpha val="50000"/>
              </a:srgbClr>
            </a:outerShdw>
          </a:effec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CE3E651-CBC4-406C-434E-CBA15C8A47E2}"/>
              </a:ext>
            </a:extLst>
          </p:cNvPr>
          <p:cNvGrpSpPr/>
          <p:nvPr/>
        </p:nvGrpSpPr>
        <p:grpSpPr>
          <a:xfrm>
            <a:off x="713172" y="3452356"/>
            <a:ext cx="7404100" cy="1678443"/>
            <a:chOff x="14846300" y="3712113"/>
            <a:chExt cx="7404100" cy="1678443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055618C3-405F-8D61-66E2-4239008A06F8}"/>
                </a:ext>
              </a:extLst>
            </p:cNvPr>
            <p:cNvSpPr/>
            <p:nvPr/>
          </p:nvSpPr>
          <p:spPr>
            <a:xfrm>
              <a:off x="14846300" y="3712113"/>
              <a:ext cx="7404100" cy="1678443"/>
            </a:xfrm>
            <a:prstGeom prst="roundRect">
              <a:avLst>
                <a:gd name="adj" fmla="val 7742"/>
              </a:avLst>
            </a:prstGeom>
            <a:solidFill>
              <a:srgbClr val="F4F6FA"/>
            </a:solidFill>
            <a:ln/>
            <a:effectLst>
              <a:outerShdw blurRad="127000" dist="38100" dir="5400000" algn="bl" rotWithShape="0">
                <a:srgbClr val="9AA5B8">
                  <a:alpha val="2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75B03693-CEE9-7B07-7151-865033AB73E8}"/>
                </a:ext>
              </a:extLst>
            </p:cNvPr>
            <p:cNvSpPr/>
            <p:nvPr/>
          </p:nvSpPr>
          <p:spPr>
            <a:xfrm>
              <a:off x="15077216" y="3873266"/>
              <a:ext cx="1107155" cy="1107155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2013A698-BD24-63FB-7675-2134FAD4DD5B}"/>
                </a:ext>
              </a:extLst>
            </p:cNvPr>
            <p:cNvSpPr txBox="1"/>
            <p:nvPr/>
          </p:nvSpPr>
          <p:spPr>
            <a:xfrm>
              <a:off x="16415287" y="3868832"/>
              <a:ext cx="4346271" cy="622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1B1F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임원철</a:t>
              </a:r>
              <a:endParaRPr lang="en-US" sz="32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565C52F0-D759-67B7-196F-B1C7A74E219A}"/>
                </a:ext>
              </a:extLst>
            </p:cNvPr>
            <p:cNvSpPr txBox="1"/>
            <p:nvPr/>
          </p:nvSpPr>
          <p:spPr>
            <a:xfrm>
              <a:off x="16415287" y="4517377"/>
              <a:ext cx="4346271" cy="48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 err="1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프로그래밍</a:t>
              </a:r>
              <a:r>
                <a:rPr 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altLang="ko-KR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2D </a:t>
              </a:r>
              <a:r>
                <a:rPr lang="ko-KR" altLang="en-US" sz="2400" b="1" dirty="0">
                  <a:solidFill>
                    <a:schemeClr val="accent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아트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127BF620-FB23-ABDE-1B8E-A7AA82882A0E}"/>
              </a:ext>
            </a:extLst>
          </p:cNvPr>
          <p:cNvSpPr txBox="1"/>
          <p:nvPr/>
        </p:nvSpPr>
        <p:spPr>
          <a:xfrm>
            <a:off x="673100" y="838200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9600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현재 진행된 </a:t>
            </a:r>
            <a:r>
              <a:rPr lang="ko-KR" altLang="en-US" sz="9600" cap="all" dirty="0" err="1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작업물</a:t>
            </a:r>
            <a:endParaRPr lang="en-US" sz="96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EA4097-DBF0-C895-3A5A-4E4A1D88D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5324095"/>
            <a:ext cx="10533735" cy="59602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A71F16-B6B5-C2E0-C218-13EA0BCB2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5318000"/>
            <a:ext cx="10972800" cy="595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5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1FE36-F8CA-9180-7F69-5608952E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2E60FA5-55CB-EED0-B2E7-DD1BD588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28600"/>
            <a:ext cx="24409400" cy="12979400"/>
          </a:xfrm>
          <a:prstGeom prst="rect">
            <a:avLst/>
          </a:prstGeom>
          <a:effectLst>
            <a:outerShdw blurRad="324485" dir="2700000">
              <a:srgbClr val="000000">
                <a:alpha val="50000"/>
              </a:srgbClr>
            </a:outerShdw>
          </a:effectLst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53C74D32-3D6A-D2FF-4BD7-1727C8DF1F46}"/>
              </a:ext>
            </a:extLst>
          </p:cNvPr>
          <p:cNvSpPr txBox="1"/>
          <p:nvPr/>
        </p:nvSpPr>
        <p:spPr>
          <a:xfrm>
            <a:off x="673100" y="838200"/>
            <a:ext cx="22491700" cy="332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9600" b="0" i="0" u="none" strike="noStrike" cap="all" dirty="0">
                <a:solidFill>
                  <a:srgbClr val="2A3A87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Anton Regular"/>
              </a:rPr>
              <a:t>이후 일정</a:t>
            </a:r>
            <a:endParaRPr lang="en-US" sz="9600" b="0" i="0" u="none" strike="noStrike" cap="all" dirty="0">
              <a:solidFill>
                <a:srgbClr val="2A3A87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Anton Regular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90326A07-2B9B-01B5-72FC-E6973AC75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47"/>
          <a:stretch>
            <a:fillRect/>
          </a:stretch>
        </p:blipFill>
        <p:spPr>
          <a:xfrm>
            <a:off x="4151342" y="3296614"/>
            <a:ext cx="15535215" cy="961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15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101</Words>
  <Application>Microsoft Office PowerPoint</Application>
  <PresentationFormat>사용자 지정</PresentationFormat>
  <Paragraphs>42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SB 어그로 Bold</vt:lpstr>
      <vt:lpstr>Noto Sans CJK KR Regular</vt:lpstr>
      <vt:lpstr>Arial</vt:lpstr>
      <vt:lpstr>G마켓 산스 TTF Bold</vt:lpstr>
      <vt:lpstr>Noto Sans CJK KR Bold</vt:lpstr>
      <vt:lpstr>Noto Sans CJK KR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철 온니</cp:lastModifiedBy>
  <cp:revision>20</cp:revision>
  <dcterms:created xsi:type="dcterms:W3CDTF">2006-08-16T00:00:00Z</dcterms:created>
  <dcterms:modified xsi:type="dcterms:W3CDTF">2026-10-14T12:33:03Z</dcterms:modified>
</cp:coreProperties>
</file>